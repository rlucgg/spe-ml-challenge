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477A"/>
                </a:solidFill>
              </a:defRPr>
            </a:pPr>
            <a:r>
              <a:t>Agentic AI for Drilling</a:t>
            </a:r>
            <a:br/>
            <a:r>
              <a:t>Operational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SPE GCS 2026 ML Challenge</a:t>
            </a:r>
            <a:br/>
            <a:r>
              <a:t>Analyzing the Equinor Volve Field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8888"/>
                </a:solidFill>
              </a:defRPr>
            </a:pPr>
            <a:r>
              <a:t>Rong Lu |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477A"/>
                </a:solidFill>
              </a:defRPr>
            </a:pPr>
            <a:r>
              <a:t>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888888"/>
                </a:solidFill>
              </a:defRPr>
            </a:pPr>
            <a:r>
              <a:t>Goal: Explain what happened, why, and what to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Build an AI agent that analyzes the Equinor Volve Field drilling dataset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Answer operational questions with evidence-based reasoning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6 question categories the system must handle: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1. Drilling Phase Identification &amp; Validation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2. Time &amp; Efficiency Analysis (NPT, productive time)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3. Section &amp; ROP Performance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4. BHA Configuration Effectiveness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5. Operational Issues &amp; Root Causes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6. Synthesis, Comparison &amp; Recommendations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Judges evaluate: quality of REASONING, not just correct answers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477A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888888"/>
                </a:solidFill>
              </a:defRPr>
            </a:pPr>
            <a:r>
              <a:t>Pure OpenAI SDK + DuckDB + ChromaDB  |  No LangChain, no framework bloat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User Question  --&gt;  GPT-4o Agent (tool calling, max 10 rounds)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9 Agent Tools: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query_drilling_data    SQL on 12 DuckDB tables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search_daily_reports   Semantic search on 26,965 ChromaDB docs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get_well_overview      Well metadata, sections, formations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get_drilling_phases    Hole-size + activity-code phase detection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compute_efficiency     NPT breakdown, ROP by section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compare_wells          Side-by-side well comparison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get_bha_configs        WITSML BHA runs + mudlog drilling params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identify_issues        Problem detection + root cause analysis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get_formation_context  Geological context for any depth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477A"/>
                </a:solidFill>
              </a:defRPr>
            </a:pPr>
            <a:r>
              <a:t>Data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888888"/>
                </a:solidFill>
              </a:defRPr>
            </a:pPr>
            <a:r>
              <a:t>12 DuckDB tables from 4 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DDR Daily Drilling Reports: 1,759 XML files parsed (zero errors)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23,447 activities | 2,271 fluid records | 1,726 survey stations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WITSML Real-Time Data: 33 wellbore sections across 22 wells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2,882 mudlog intervals with actual ROP, WOB, torque, RPM, lithology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161 BHA runs | 4,217 trajectory stations | 11,134 messages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Additional: 15,634 production records | 409 formation tops | 48 perforations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Vector Store: 26,965 DDR text documents indexed in ChromaDB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Database: 12 DuckDB tables | Total ingestion: ~3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477A"/>
                </a:solidFill>
              </a:defRPr>
            </a:pPr>
            <a:r>
              <a:t>Evidence-First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888888"/>
                </a:solidFill>
              </a:defRPr>
            </a:pPr>
            <a:r>
              <a:t>Dual-source cross-referencing: structured data AND daily report narratives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Every answer MUST include: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1. Specific measurements from structured data (depths, ROP, timestamps)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2. Direct quotes from DDR reports with well name and date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3. Step-by-step reasoning chain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4. Explicit assumptions and confidence level (HIGH/MEDIUM/LOW)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Key differentiators vs typical approaches: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WITSML mudlog = actual measured ROP, not estimated from daily progress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Hole-size transitions define drilling phases, not just activity codes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Formation context links ROP variations to geology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Dual evidence (data + reports) for every conclusion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477A"/>
                </a:solidFill>
              </a:defRPr>
            </a:pPr>
            <a:r>
              <a:t>Example: Drilling Phase Identification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888888"/>
                </a:solidFill>
              </a:defRPr>
            </a:pPr>
            <a:r>
              <a:t>Category 1 question with full evidence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Q: "Identify the major drilling phases for well 15/9-F-11 T2"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Agent calls: get_drilling_phases --&gt; query_drilling_data --&gt; search_daily_reports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Answer identifies 3 major hole sections: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Phase 1: Surface 26" (Mar 24 - Apr 13) | 306m - 1,365m MD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Phase 2: Intermediate 17.5" (Apr 14 - Apr 28) | 1,400m - 2,577m MD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Phase 3: Reservoir 8.5" (Apr 29 - May 9) | 2,907m - 4,562m MD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Evidence: ROP data from witsml_mudlog + DDR quotes from each phase transition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Confidence: HIGH -- hole size changes confirmed by activity codes and DDR summaries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477A"/>
                </a:solidFill>
              </a:defRPr>
            </a:pPr>
            <a:r>
              <a:t>Key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888888"/>
                </a:solidFill>
              </a:defRPr>
            </a:pPr>
            <a:r>
              <a:t>"Complexity alone will not be rewarded" --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OpenAI SDK over LangChain: transparent, debuggable, minimal dependencies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DuckDB over SQLite/Postgres: in-process, analytical SQL, zero config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ChromaDB for retrieval: lightweight, embedded, cosine similarity search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Rule-based + LLM hybrid for phase detection: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Rules: hole sizes + activity codes classify phases deterministically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LLM: validates against DDR narratives, handles ambiguity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Domain-specific tooling over generic agents: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Each tool purpose-built for a drilling question category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Tools return structured evidence, not just raw data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86 automated tests ensure reliability across all components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477A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863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12 DuckDB tables from 4 data sources (DDR + WITSML + production + geology)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9 purpose-built agent tools covering all 6 question categories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26,965 searchable DDR documents in ChromaDB vector store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Mandatory dual evidence: structured data + daily report quotes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86 automated tests, all passing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Reproducible: pip install, set API key, ingest (~3 min), ask questions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What makes it win: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Evidence-first architecture with transparent reasoning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Deep data integration most competitors won't achieve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Domain-appropriate drilling engineering, not generic ML</a:t>
            </a:r>
          </a:p>
          <a:p>
            <a:pPr lvl="1"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Clean, minimal, readable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